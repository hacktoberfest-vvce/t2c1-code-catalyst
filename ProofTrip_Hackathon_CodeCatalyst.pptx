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00584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SOLANA DEVNET  •  VERIFIABLE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ProofTrip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Travel Agents with Cryptographic On-Chain Proof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the trip. Solana proves nobody tampered with it. No fake quotes. No scam middlemen.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0725912" cy="2103120"/>
          </a:xfrm>
          <a:prstGeom prst="roundRect">
            <a:avLst>
              <a:gd name="adj" fmla="val 6522"/>
            </a:avLst>
          </a:prstGeom>
          <a:solidFill>
            <a:srgbClr val="121826"/>
          </a:solidFill>
          <a:ln w="19050">
            <a:solidFill>
              <a:srgbClr val="23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43484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434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CODE CATALYST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CONTRACT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5257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 Solana Devnet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(A7yU8i4...VSzN)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5029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 STANDARD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5257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Agent Registry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(1DREGFg...B2p)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5029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MECHANISM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5257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Trip Commitment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JSON Hash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0" y="5029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78240" y="5257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 Automated Tests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RPC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REALITY &amp; THE FRICTION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Travel Planning Fails Tourists Today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in unfamiliar destinations face rigged pricing, rogue AI hallucinations, and zero accountability.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410712" cy="3108960"/>
          </a:xfrm>
          <a:prstGeom prst="roundRect">
            <a:avLst>
              <a:gd name="adj" fmla="val 4412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Unaccountable AI Agents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2862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slap a GPT wrapper and call it a 'guide'. When it hallucinates closed venues, fake hours, or sponsored scams, there is zero verifiable identity or liability.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410712" cy="3108960"/>
          </a:xfrm>
          <a:prstGeom prst="roundRect">
            <a:avLst>
              <a:gd name="adj" fmla="val 4412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The Tourist Tax &amp; Touts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2862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 and local vendors routinely charge 3x-5x fair prices because visitors don't know regional benchmarks. Tourists lack real-time ground truth pricing.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10712" cy="3108960"/>
          </a:xfrm>
          <a:prstGeom prst="roundRect">
            <a:avLst>
              <a:gd name="adj" fmla="val 4412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46888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 Disputed &amp; Tampered Plans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8620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change between WhatsApp messages and arrival. Without cryptographic proof of the agreed itinerary, tourists have zero recourse during disputes.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10725912" cy="1188720"/>
          </a:xfrm>
          <a:prstGeom prst="roundRect">
            <a:avLst>
              <a:gd name="adj" fmla="val 11538"/>
            </a:avLst>
          </a:prstGeom>
          <a:solidFill>
            <a:srgbClr val="10231D"/>
          </a:solidFill>
          <a:ln w="15240">
            <a:solidFill>
              <a:srgbClr val="14F1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CODE CATALYST SHIFT: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577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blind chatbot output. Discover registered Metaplex agents, verify their identity PDA on Solana, and commit the canonical SHA-256 itinerary hash to Devnet. If one word changes, the hash breaks.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Architecture: Privacy Off-Chain, Trust On-Chain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ProofTrip balances low transaction cost and privacy with unbreakable blockchain trust.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514600" cy="3017520"/>
          </a:xfrm>
          <a:prstGeom prst="roundRect">
            <a:avLst>
              <a:gd name="adj" fmla="val 5455"/>
            </a:avLst>
          </a:prstGeom>
          <a:solidFill>
            <a:srgbClr val="1218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(Next.js)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input destination, budget, &amp; schedule.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engine builds detailed day-by-day plan with cost breakdowns.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3108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514600" cy="3017520"/>
          </a:xfrm>
          <a:prstGeom prst="roundRect">
            <a:avLst>
              <a:gd name="adj" fmla="val 5455"/>
            </a:avLst>
          </a:prstGeom>
          <a:solidFill>
            <a:srgbClr val="121826"/>
          </a:solidFill>
          <a:ln w="19050">
            <a:solidFill>
              <a:srgbClr val="994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0574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4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2331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Verification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28346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Registry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315468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checks agent PDA on Solana Devnet.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agent asset is legitimately registered under official Metaplex program.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07608" y="3108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2514600" cy="3017520"/>
          </a:xfrm>
          <a:prstGeom prst="roundRect">
            <a:avLst>
              <a:gd name="adj" fmla="val 5455"/>
            </a:avLst>
          </a:prstGeom>
          <a:solidFill>
            <a:srgbClr val="121826"/>
          </a:solidFill>
          <a:ln w="19050">
            <a:solidFill>
              <a:srgbClr val="14F1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0574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331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 Commitment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8346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Program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315468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canonical SHA-256 hash (32 bytes).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signs Devnet transaction writing hash &amp; agent pubkey to TripCommitment PDA.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50808" y="31089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61120" y="1828800"/>
            <a:ext cx="2514600" cy="3017520"/>
          </a:xfrm>
          <a:prstGeom prst="roundRect">
            <a:avLst>
              <a:gd name="adj" fmla="val 5455"/>
            </a:avLst>
          </a:prstGeom>
          <a:solidFill>
            <a:srgbClr val="12182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0574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23317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Tamper Proof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9720" y="28346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Explorer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89720" y="315468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re-hash the trip JSON.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matched = 100% verified authentic.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altered = signature mismatch flag.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074920"/>
            <a:ext cx="10725912" cy="1280160"/>
          </a:xfrm>
          <a:prstGeom prst="roundRect">
            <a:avLst>
              <a:gd name="adj" fmla="val 10714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ZERO PII ON-CHAIN — MAXIMUM PRIVACY &amp; SPEED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5532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On-chain Account: 32-byte SHA-256 hash + traveler pubkey + agent pubkey + destination string.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Off-chain: Full itinerary text, names, dates, private notes, and receipts.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Benefit: Microscopic Devnet gas (&lt;0.001 SOL), absolute data privacy, instantaneous confirmation.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Toolkit Built for Real Travelers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just an itinerary generator — an active shield against tourist exploitation.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39512" cy="2148840"/>
          </a:xfrm>
          <a:prstGeom prst="roundRect">
            <a:avLst>
              <a:gd name="adj" fmla="val 6383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67912" y="205740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67912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Agent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Verified AI Planner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2651760"/>
            <a:ext cx="45994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schedules with actual logistics, realistic transit times, and transparent pricing for Mysuru, Goa, Jaipur, Bangalore, and Delhi.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239512" cy="2148840"/>
          </a:xfrm>
          <a:prstGeom prst="roundRect">
            <a:avLst>
              <a:gd name="adj" fmla="val 6383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54312" y="205740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54312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Solana Anchor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3796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Tamper-Proof Seal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5994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Devnet commitment via Phantom/Solflare. Produces permanent proof on Solana Explorer that neither guide nor user can retroactively alter.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5239512" cy="2148840"/>
          </a:xfrm>
          <a:prstGeom prst="roundRect">
            <a:avLst>
              <a:gd name="adj" fmla="val 6383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7912" y="438912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7912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Ground Truth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Fair Price Checker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51560" y="4983480"/>
            <a:ext cx="45994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local quotes (auto-rickshaw, taxi, monument tickets). Instantly flags overpricing against verified government and regional benchmarks.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160520"/>
            <a:ext cx="5239512" cy="2148840"/>
          </a:xfrm>
          <a:prstGeom prst="roundRect">
            <a:avLst>
              <a:gd name="adj" fmla="val 6383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54312" y="438912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Detection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Scam &amp; Safety Guardian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37960" y="4983480"/>
            <a:ext cx="45994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suspicious tout messages ('temple closed today', 'special government emporium'). Instant risk flag + 1-tap Indian tourist emergency numbers.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DELIVERY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on Devnet Today • Tested • Built to Scale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ProofTrip is not a mock concept. It is a fully functioning, verifiable decentralized product.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410712" cy="3657600"/>
          </a:xfrm>
          <a:prstGeom prst="roundRect">
            <a:avLst>
              <a:gd name="adj" fmla="val 4021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70632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OPERATIONAL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2468880"/>
            <a:ext cx="2862072" cy="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06040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TOURISM ANCHOR PROGRAM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A7yU8i4YBUmnR5fZUxxC88ytFe59XkZGvqN1tj34VSzN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264408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METAPLEX REGISTRY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3447288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1DREGFgysWYxLnRnKQnwrxnJQeSMk2HmGaC6whw2B2p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922776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 SUITE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4105656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 Tests Passing (Smart contract, PDA, API, Hashes)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581144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F1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4764024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Devnet (Sub-second finality)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3410712" cy="3657600"/>
          </a:xfrm>
          <a:prstGeom prst="roundRect">
            <a:avLst>
              <a:gd name="adj" fmla="val 4021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&amp; SECURE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2862072" cy="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06040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FRAMEWORK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0" y="2788920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&amp; Anchor Framework 0.30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264408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WEB3 CLIENT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3447288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@solana/web3.js + Wallet Adapter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922776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4105656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+ TypeScript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581144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DISCOVERY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4764024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Agent Registry API &amp; PDA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1828800"/>
            <a:ext cx="3410712" cy="3657600"/>
          </a:xfrm>
          <a:prstGeom prst="roundRect">
            <a:avLst>
              <a:gd name="adj" fmla="val 4021"/>
            </a:avLst>
          </a:prstGeom>
          <a:solidFill>
            <a:srgbClr val="121826"/>
          </a:solidFill>
          <a:ln w="15240">
            <a:solidFill>
              <a:srgbClr val="233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ROADMAP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85832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MILESTONES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321040" y="2468880"/>
            <a:ext cx="2862072" cy="0"/>
          </a:xfrm>
          <a:prstGeom prst="line">
            <a:avLst/>
          </a:prstGeom>
          <a:noFill/>
          <a:ln w="12700">
            <a:solidFill>
              <a:srgbClr val="2330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2606040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ESCROW RELEASE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21040" y="2788920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guide payouts only upon traveler milestone check-ins.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3264408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AGENT STAKING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21040" y="3447288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stake SOL; bad advice leads to slashed stake.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3922776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SOLANA MOBILE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321040" y="4105656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itinerary caching &amp; SMS wallet signing for remote travel.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21040" y="4581144"/>
            <a:ext cx="2862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4: GLOBAL SCALE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321040" y="4764024"/>
            <a:ext cx="2862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expansion across Southeast Asia &amp; Europe.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5669280"/>
            <a:ext cx="10725912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66928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CODE CATALYST  |  "Verifiable Intelligence for the Real World — Zero Slop, Real Code, Real Solana Devnet."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2026-10-25T07:59:36Z</dcterms:created>
  <dcterms:modified xsi:type="dcterms:W3CDTF">2026-10-25T07:59:36Z</dcterms:modified>
</cp:coreProperties>
</file>